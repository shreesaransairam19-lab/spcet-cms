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SPCET CMS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B4D2E6"/>
                </a:solidFill>
              </a:defRPr>
            </a:pPr>
            <a:r>
              <a:t>College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6BED2"/>
                </a:solidFill>
              </a:defRPr>
            </a:pPr>
            <a:r>
              <a:t>St. Peter's College of Engineering and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AABE"/>
                </a:solidFill>
              </a:defRPr>
            </a:pPr>
            <a:r>
              <a:t>Avadi, Chennai | Code: 1127 | Anna University (Autonomous)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https://spcet-cms.vercel.app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Why a College Management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Manual attendance tracking is slow and error-prone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Fee collection records get lost or mismatched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Exam results take days to compile and publish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Library book tracking is paper-based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No centralized system for student records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Faculty spend hours on admin tasks instead of teaching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Communication between departments is fragmented</a:t>
            </a:r>
          </a:p>
          <a:p>
            <a:pPr>
              <a:spcAft>
                <a:spcPts val="600"/>
              </a:spcAft>
              <a:defRPr sz="1800">
                <a:solidFill>
                  <a:srgbClr val="1E1E1E"/>
                </a:solidFill>
              </a:defRPr>
            </a:pPr>
            <a:r>
              <a:t>Hostel and transport allocation managed on paper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6517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Next.js 15.5.23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React 19 + TypeScript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Tailwind CSS v4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Recharts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React Hook Form + Zod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11880" y="1645920"/>
            <a:ext cx="26517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Next.js API Routes (35)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Supabase PostgreSQL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Supabase Auth (SSR)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Row-Level Security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Nodemailer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45920"/>
            <a:ext cx="26517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Mobile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Capacitor 7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Android APK (~4MB)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WebView-based 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72600" y="1645920"/>
            <a:ext cx="26517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72600" y="16916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377440"/>
            <a:ext cx="2468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Vercel (Free Tier)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Supabase (Free Tier)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GitHub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292608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Browser / Mobile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Next.js 15 (React 19)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Tailwind CSS v4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37 UI Components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828800"/>
            <a:ext cx="32004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API Layer (Vercel)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6888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35 API Routes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Role-Based Auth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Input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0" y="1828800"/>
            <a:ext cx="3200400" cy="457200"/>
          </a:xfrm>
          <a:prstGeom prst="rect">
            <a:avLst/>
          </a:prstGeom>
          <a:solidFill>
            <a:srgbClr val="37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828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Supabase Cloud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46888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PostgreSQL (34 Tables)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Auth + Sessions</a:t>
            </a:r>
          </a:p>
          <a:p>
            <a:pPr>
              <a:spcAft>
                <a:spcPts val="600"/>
              </a:spcAft>
              <a:defRPr sz="1300">
                <a:solidFill>
                  <a:srgbClr val="1E1E1E"/>
                </a:solidFill>
              </a:defRPr>
            </a:pPr>
            <a:r>
              <a:t>RLS Policies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5F"/>
                </a:solidFill>
              </a:defRPr>
            </a:pPr>
            <a:r>
              <a:t> -&gt;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5603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E3A5F"/>
                </a:solidFill>
              </a:defRPr>
            </a:pPr>
            <a:r>
              <a:t> -&gt;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</a:defRPr>
            </a:pPr>
            <a:r>
              <a:t>16 Modules: Students | Faculty | Attendance | Exams | Fees | Library | Hostel | Transport | Reports | Settings | Payroll | Documents | Subjects | Profile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16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Login, Register, RBAC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Students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CRUD, Search, Filter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Faculty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Employee, Department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46304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20574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Mark, Track,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0896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Exams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03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Marks, SGPA/CGPA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10896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703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Structure, Receipts PDF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10896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Library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03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Books, Issue, Return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10896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3246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Hostel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7033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Rooms, Allocation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75488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349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Routes, Buses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475488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Notifications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349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Email + In-App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75488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349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Analytics, Export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475488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4892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Settings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534924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Depts, Programs, Email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6400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37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Payroll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6995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Salary, Processing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383280" y="6400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83280" y="6537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Documents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6995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Upload, Store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6400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6537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Subjects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6995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CRUD, Dept-wise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235440" y="6400800"/>
            <a:ext cx="2743200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6537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Profile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2600" y="6995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Account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Database Schema - 34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Core: users, students, faculty, admin_staff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Academic: departments, programs, academic_years, subjects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Assessment: attendance, exams, exam_results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Finance: fees, fee_payments, fee_structures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Facilities: library_books, library_issues, hostel_blocks, hostel_rooms, hostel_allocations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Transport: transport_routes, transport_vehicles, transport_allocations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System: notifications, documents, payroll, salary_components, monthly_salaries, settings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Security: Row-Level Security (RLS) enabled on all 34 tables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Access: Admin, Faculty, Student role-based policies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User Roles &amp; Access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34747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D2E6"/>
                </a:solidFill>
              </a:defRPr>
            </a:pPr>
            <a:r>
              <a:t>Full system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Manage students &amp; faculty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Fee collection &amp; reports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System settings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All 16 modules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45920"/>
            <a:ext cx="34747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Faculty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D2E6"/>
                </a:solidFill>
              </a:defRPr>
            </a:pPr>
            <a:r>
              <a:t>Teaching staff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Mark attendance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Enter exam marks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View student profiles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Manage library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645920"/>
            <a:ext cx="347472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Student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4D2E6"/>
                </a:solidFill>
              </a:defRPr>
            </a:pPr>
            <a:r>
              <a:t>Student portal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46888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View attendance &amp; results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Pay fees online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Library &amp; hostel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</a:defRPr>
            </a:pPr>
            <a:r>
              <a:t>  Notifications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UI/UX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Light Mode: Soft blue-gray background, white cards, teal accents, visible dark borders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Dark Mode: Pure gray palette, pop-out contrast cards, blue-purple accents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Theme Toggle: Light / Dark / System (follows device preference)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Responsive: Desktop sidebar + Mobile drawer (hamburger menu)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Components: 37 custom-built components (Card, Button, Input, Table, etc.)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Navigation: Collapsible sidebar with role-based menu items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Search: Global search with Cmd+K shortcut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Profile: Role-aware profile pages for admin/faculty and students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Authentication: Supabase Auth with cookie-based SSR sessions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Authorization: Role-based access (admin, faculty, student, super_admin)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API Protection: requireAuth / requireAdmin / requireFacultyOrAdmin on all 35 routes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Database: Row-Level Security (RLS) on all 34 tables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Input Validation: Zod schema validation on all forms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Logout: Full cookie clearing with Supabase signOut + Set-Cookie headers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Error Handling: Graceful fallbacks when tables are missing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No secrets in client code: All sensitive keys server-side only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Deployment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Frontend + API: Vercel (free tier, auto-deploy on push)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Database: Supabase Cloud (free tier, 500MB, unlimited API requests)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Mobile: Capacitor 7 Android APK (~4MB)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Source Control: GitHub (shreesaransairam19-lab/spcet-cms)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Cost: $0/month on free tier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Capacity: 1000+ users, 20 concurrent signups, unlimited daily usage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Limits: 500MB DB storage, 50K monthly active users (Supabase free)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Mobile App (Capacitor)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Framework: Capacitor 7 (by Ionic)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Build: Android APK (~4MB)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Architecture: WebView wrapping the Next.js web app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Features: Same UI as web app, native splash screen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Distribution: Direct APK install (no Play Store needed)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Benefits: One codebase for web + mobile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Note: PWA support also available for iOS/Android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Codebase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TypeScript/TSX Files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645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27,452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Lines of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45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Pages (UI)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35440" y="1645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920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API Routes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UI Components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3931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Database Tables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931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931920"/>
            <a:ext cx="274320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Departments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Custom Domain: spcet.ac.in or spcet.edu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Push Notifications: Firebase Cloud Messaging for mobile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SMS Integration: Twilio for attendance alerts to parents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Multi-Language: Tamil + English support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Advanced Analytics: AI-powered insights dashboard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Parent Portal: Separate login for parents to track students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Online Exams: Proctored exam module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Alumni Management: Alumni network and donations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Payment Gateway: Razorpay integration for online fee payment</a:t>
            </a:r>
          </a:p>
          <a:p>
            <a:pPr>
              <a:spcAft>
                <a:spcPts val="600"/>
              </a:spcAft>
              <a:defRPr sz="1600">
                <a:solidFill>
                  <a:srgbClr val="1E1E1E"/>
                </a:solidFill>
              </a:defRPr>
            </a:pPr>
            <a:r>
              <a:t>Play Store: Publish APK on Google Play Store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4D2E6"/>
                </a:solidFill>
              </a:defRPr>
            </a:pPr>
            <a:r>
              <a:t>SPCET CMS - Built for St. Peter's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AABE"/>
                </a:solidFill>
              </a:defRPr>
            </a:pPr>
            <a:r>
              <a:t>https://spcet-cms.vercel.app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989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Zero Cost | Full Stack | Mobile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